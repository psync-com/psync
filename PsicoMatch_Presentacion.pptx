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16" y="-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55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6B9E8E">
              <a:alpha val="25000"/>
            </a:srgbClr>
          </a:solidFill>
          <a:ln w="12700">
            <a:solidFill>
              <a:srgbClr val="6B9E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E07B6A">
              <a:alpha val="20000"/>
            </a:srgbClr>
          </a:solidFill>
          <a:ln w="12700">
            <a:solidFill>
              <a:srgbClr val="E07B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2286000" cy="347472"/>
          </a:xfrm>
          <a:prstGeom prst="rect">
            <a:avLst/>
          </a:prstGeom>
          <a:solidFill>
            <a:srgbClr val="6B9E8E"/>
          </a:solidFill>
          <a:ln w="12700">
            <a:solidFill>
              <a:srgbClr val="6B9E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SALUD MENTAL · MATCH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Psique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6B9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de tu proceso terapéutico.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match humano entre pacientes y psicólogos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B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C5B8"/>
                </a:solidFill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psicólogo hoy es agotador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560320" cy="2743200"/>
          </a:xfrm>
          <a:prstGeom prst="rect">
            <a:avLst/>
          </a:prstGeom>
          <a:solidFill>
            <a:srgbClr val="6B9E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325880" y="20116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07568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guía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no sabe qué tipo de terapeuta necesita. Solo sabe que no está bien.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874520"/>
            <a:ext cx="2560320" cy="2743200"/>
          </a:xfrm>
          <a:prstGeom prst="rect">
            <a:avLst/>
          </a:prstGeom>
          <a:solidFill>
            <a:srgbClr val="E07B6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160520" y="20116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07568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 match falla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sesión fracasa: no hay química. Pérdida de tiempo, plata y energía emocional.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874520"/>
            <a:ext cx="2560320" cy="2743200"/>
          </a:xfrm>
          <a:prstGeom prst="rect">
            <a:avLst/>
          </a:prstGeom>
          <a:solidFill>
            <a:srgbClr val="6B9E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995160" y="20116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07568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Deserción temprana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2648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abandona la terapia no porque no la necesite, sino porque el primer vínculo falló.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B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C5B8"/>
                </a:solidFill>
              </a:rPr>
              <a:t>LA OPORTUNIDAD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un vacío que nadie está cuidando.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011680" cy="2011680"/>
          </a:xfrm>
          <a:prstGeom prst="ellipse">
            <a:avLst/>
          </a:prstGeom>
          <a:solidFill>
            <a:srgbClr val="6B9E8E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"Quiero ir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terapia"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731520" cy="91440"/>
          </a:xfrm>
          <a:prstGeom prst="rect">
            <a:avLst/>
          </a:prstGeom>
          <a:solidFill>
            <a:srgbClr val="8A9E9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0" y="1920240"/>
            <a:ext cx="2011680" cy="2011680"/>
          </a:xfrm>
          <a:prstGeom prst="ellipse">
            <a:avLst/>
          </a:prstGeom>
          <a:solidFill>
            <a:srgbClr val="E07B6A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????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0" y="2834640"/>
            <a:ext cx="731520" cy="91440"/>
          </a:xfrm>
          <a:prstGeom prst="rect">
            <a:avLst/>
          </a:prstGeom>
          <a:solidFill>
            <a:srgbClr val="8A9E9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5204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07B6A"/>
                </a:solidFill>
              </a:rPr>
              <a:t>El vacío 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07B6A"/>
                </a:solidFill>
              </a:rPr>
              <a:t>nadie cuida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011680" cy="2011680"/>
          </a:xfrm>
          <a:prstGeom prst="ellipse">
            <a:avLst/>
          </a:prstGeom>
          <a:solidFill>
            <a:srgbClr val="6B9E8E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espacio donde </a:t>
            </a:r>
            <a:r>
              <a:rPr lang="en-US" sz="1400" i="1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</a:t>
            </a:r>
            <a:r>
              <a:rPr lang="en-US" sz="1400" i="1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PsiqueMatch</a:t>
            </a:r>
            <a:r>
              <a:rPr lang="en-US" sz="1400" i="1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B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C5B8"/>
                </a:solidFill>
              </a:rPr>
              <a:t>QUÉ ES PSIQUEMATCH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25880"/>
          </a:xfrm>
          <a:prstGeom prst="rect">
            <a:avLst/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1325880"/>
          </a:xfrm>
          <a:prstGeom prst="rect">
            <a:avLst/>
          </a:prstGeom>
          <a:solidFill>
            <a:srgbClr val="6B9E8E"/>
          </a:solidFill>
          <a:ln w="12700">
            <a:solidFill>
              <a:srgbClr val="6B9E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plataforma de match humano y clínico que conecta pacientes con el psicólogo adecuado antes de que empiece la terapia.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749040" cy="411480"/>
          </a:xfrm>
          <a:prstGeom prst="rect">
            <a:avLst/>
          </a:prstGeom>
          <a:solidFill>
            <a:srgbClr val="E07B6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✕  No somos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606040"/>
            <a:ext cx="3749040" cy="411480"/>
          </a:xfrm>
          <a:prstGeom prst="rect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3776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Somos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749040" cy="347472"/>
          </a:xfrm>
          <a:prstGeom prst="rect">
            <a:avLst/>
          </a:prstGeom>
          <a:solidFill>
            <a:srgbClr val="FDF5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Un directorio de psicólogos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154680"/>
            <a:ext cx="3749040" cy="347472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074920" y="3154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El vínculo antes de la terapia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Una urgencia psicológica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53872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074920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Match humano y clínico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3749040" cy="347472"/>
          </a:xfrm>
          <a:prstGeom prst="rect">
            <a:avLst/>
          </a:prstGeom>
          <a:solidFill>
            <a:srgbClr val="FDF5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94360" y="3922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Una supervisión clínica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922776"/>
            <a:ext cx="3749040" cy="347472"/>
          </a:xfrm>
          <a:prstGeom prst="rect">
            <a:avLst/>
          </a:prstGeom>
          <a:solidFill>
            <a:srgbClr val="EAF2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5074920" y="3922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Eficiencia emocional y de tiempo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0682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94360" y="4306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Un centro de salud mental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30682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074920" y="4306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La llave de tu proceso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B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C5B8"/>
                </a:solidFill>
              </a:rPr>
              <a:t>CÓMO FUNCIONA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08760" cy="3566160"/>
          </a:xfrm>
          <a:prstGeom prst="rect">
            <a:avLst/>
          </a:prstGeom>
          <a:solidFill>
            <a:srgbClr val="EAF2E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54380" y="1097280"/>
            <a:ext cx="640080" cy="640080"/>
          </a:xfrm>
          <a:prstGeom prst="ellipse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543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4688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inicial: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disponibilidad,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preferencias.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E97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9112" y="1005840"/>
            <a:ext cx="1508760" cy="3566160"/>
          </a:xfrm>
          <a:prstGeom prst="rect">
            <a:avLst/>
          </a:prstGeom>
          <a:solidFill>
            <a:srgbClr val="6B9E8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473452" y="1097280"/>
            <a:ext cx="640080" cy="640080"/>
          </a:xfrm>
          <a:prstGeom prst="ellipse">
            <a:avLst/>
          </a:prstGeom>
          <a:solidFill>
            <a:srgbClr val="E07B6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47345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39112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Sesión 30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12264" y="24688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clínica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cuidada. No es terapia: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arquitectura del vínculo.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7872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E97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58184" y="1005840"/>
            <a:ext cx="1508760" cy="3566160"/>
          </a:xfrm>
          <a:prstGeom prst="rect">
            <a:avLst/>
          </a:prstGeom>
          <a:solidFill>
            <a:srgbClr val="EAF2E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192524" y="1097280"/>
            <a:ext cx="640080" cy="640080"/>
          </a:xfrm>
          <a:prstGeom prst="ellipse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19252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58184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Protocolo Match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31336" y="24688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variables: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del paciente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atributos del psicólogo.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E97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7256" y="1005840"/>
            <a:ext cx="1508760" cy="3566160"/>
          </a:xfrm>
          <a:prstGeom prst="rect">
            <a:avLst/>
          </a:prstGeom>
          <a:solidFill>
            <a:srgbClr val="EAF2E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5911596" y="1097280"/>
            <a:ext cx="640080" cy="640080"/>
          </a:xfrm>
          <a:prstGeom prst="ellipse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911596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Devolución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0408" y="24688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2+ opciones, biografía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humana de cada profesional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carta de </a:t>
            </a: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 Gratis.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6016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E97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96328" y="1005840"/>
            <a:ext cx="1508760" cy="3566160"/>
          </a:xfrm>
          <a:prstGeom prst="rect">
            <a:avLst/>
          </a:prstGeom>
          <a:solidFill>
            <a:srgbClr val="EAF2E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630668" y="1097280"/>
            <a:ext cx="640080" cy="640080"/>
          </a:xfrm>
          <a:prstGeom prst="ellipse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763066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96328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Inicio terapia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24688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psicólogo toma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proceso. </a:t>
            </a: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PsiqueMatch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luego se </a:t>
            </a:r>
            <a:r>
              <a:rPr lang="en-US" sz="1000" dirty="0" err="1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</a:t>
            </a:r>
            <a:r>
              <a:rPr lang="en-US" sz="1000" dirty="0">
                <a:solidFill>
                  <a:srgbClr val="2D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Misión cumplida.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B9E8E"/>
                </a:solidFill>
              </a:rPr>
              <a:t>★  El Paso 2 es el corazón del modelo: la Sesión de Arquitectura.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B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C5B8"/>
                </a:solidFill>
              </a:rPr>
              <a:t>FUNDAMENTOS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Pilares del modelo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Humanidad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1947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primero. Lenguaje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anti-tabú. Escucha real.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45059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404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2752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legal, consentimiento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protección de datos.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55264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2095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Eficiencia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68680" y="35570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abandono. Match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certero. Tiempo cuidado.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059936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40142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Profesionalismo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68680" y="4361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Psicólogos seleccionados.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éticos.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572000" y="1005840"/>
            <a:ext cx="0" cy="3931920"/>
          </a:xfrm>
          <a:prstGeom prst="line">
            <a:avLst/>
          </a:prstGeom>
          <a:noFill/>
          <a:ln w="19050">
            <a:solidFill>
              <a:srgbClr val="A8C5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2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de psicólogos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484632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9E8E"/>
                </a:solidFill>
              </a:rPr>
              <a:t>No buscamos cantidad. Buscamos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9E8E"/>
                </a:solidFill>
              </a:rPr>
              <a:t>calidad humana y clínica.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21284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93792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Título validado + Superintendencia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73405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93792" y="2697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Experiencia clínica real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5526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93792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Supervisor </a:t>
            </a:r>
            <a:r>
              <a:rPr lang="en-US" sz="1100" dirty="0" err="1">
                <a:solidFill>
                  <a:srgbClr val="2D3B35"/>
                </a:solidFill>
              </a:rPr>
              <a:t>externo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7647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93792" y="3739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Respuesta &lt; 24h (disponibilidad)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29768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93792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35"/>
                </a:solidFill>
              </a:rPr>
              <a:t>Evaluación de estilo humano (Factor X)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6B9E8E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E07B6A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B9E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94359" y="731520"/>
            <a:ext cx="80605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interesa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mirada.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observas desde tu práctica clínica?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5B8"/>
                </a:solidFill>
              </a:rPr>
              <a:t>1.  ¿Dónde ves el mayor riesgo del modelo?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5B8"/>
                </a:solidFill>
              </a:rPr>
              <a:t>2.  ¿Qué agregarías o cambiarías al protocolo de match?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251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5B8"/>
                </a:solidFill>
              </a:rPr>
              <a:t>3.  ¿Te sumarías como psicólogo a esta red?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E97"/>
                </a:solidFill>
              </a:rPr>
              <a:t>psiquematch.cl  ·  contacto@psiquematch.cl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433</Words>
  <Application>Microsoft Office PowerPoint</Application>
  <PresentationFormat>Presentación en pantalla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PsicoMatch</dc:title>
  <dc:subject>PptxGenJS Presentation</dc:subject>
  <dc:creator>PptxGenJS</dc:creator>
  <cp:lastModifiedBy>ANGELA  SILVA FERNANDEZ</cp:lastModifiedBy>
  <cp:revision>4</cp:revision>
  <dcterms:created xsi:type="dcterms:W3CDTF">2026-04-16T03:03:01Z</dcterms:created>
  <dcterms:modified xsi:type="dcterms:W3CDTF">2026-04-20T01:13:19Z</dcterms:modified>
</cp:coreProperties>
</file>